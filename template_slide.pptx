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1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1314"/>
    <a:srgbClr val="5E5618"/>
    <a:srgbClr val="767676"/>
    <a:srgbClr val="E71316"/>
    <a:srgbClr val="471D6F"/>
    <a:srgbClr val="74080B"/>
    <a:srgbClr val="84772D"/>
    <a:srgbClr val="22355E"/>
    <a:srgbClr val="A19332"/>
    <a:srgbClr val="C3B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58" autoAdjust="0"/>
  </p:normalViewPr>
  <p:slideViewPr>
    <p:cSldViewPr snapToGrid="0" snapToObjects="1">
      <p:cViewPr varScale="1">
        <p:scale>
          <a:sx n="150" d="100"/>
          <a:sy n="150" d="100"/>
        </p:scale>
        <p:origin x="6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eney, Scott F." userId="2e44877f-e7d5-466d-9af1-874b63379694" providerId="ADAL" clId="{EABC0836-2A69-452D-80C6-DB3C673560A3}"/>
    <pc:docChg chg="custSel delSld modSld">
      <pc:chgData name="Sweeney, Scott F." userId="2e44877f-e7d5-466d-9af1-874b63379694" providerId="ADAL" clId="{EABC0836-2A69-452D-80C6-DB3C673560A3}" dt="2026-02-06T18:59:49.599" v="7" actId="20577"/>
      <pc:docMkLst>
        <pc:docMk/>
      </pc:docMkLst>
      <pc:sldChg chg="delSp modSp mod">
        <pc:chgData name="Sweeney, Scott F." userId="2e44877f-e7d5-466d-9af1-874b63379694" providerId="ADAL" clId="{EABC0836-2A69-452D-80C6-DB3C673560A3}" dt="2026-02-06T18:59:49.599" v="7" actId="20577"/>
        <pc:sldMkLst>
          <pc:docMk/>
          <pc:sldMk cId="4238830778" sldId="258"/>
        </pc:sldMkLst>
        <pc:spChg chg="mod">
          <ac:chgData name="Sweeney, Scott F." userId="2e44877f-e7d5-466d-9af1-874b63379694" providerId="ADAL" clId="{EABC0836-2A69-452D-80C6-DB3C673560A3}" dt="2026-02-06T18:59:49.599" v="7" actId="20577"/>
          <ac:spMkLst>
            <pc:docMk/>
            <pc:sldMk cId="4238830778" sldId="258"/>
            <ac:spMk id="2" creationId="{6E747FAE-E8B3-AD42-82CF-D98D1E4ADF13}"/>
          </ac:spMkLst>
        </pc:spChg>
        <pc:spChg chg="del">
          <ac:chgData name="Sweeney, Scott F." userId="2e44877f-e7d5-466d-9af1-874b63379694" providerId="ADAL" clId="{EABC0836-2A69-452D-80C6-DB3C673560A3}" dt="2026-02-06T18:59:35.458" v="1" actId="478"/>
          <ac:spMkLst>
            <pc:docMk/>
            <pc:sldMk cId="4238830778" sldId="258"/>
            <ac:spMk id="3" creationId="{2310657E-1B23-4363-4B9B-2991857DEC19}"/>
          </ac:spMkLst>
        </pc:spChg>
        <pc:spChg chg="del">
          <ac:chgData name="Sweeney, Scott F." userId="2e44877f-e7d5-466d-9af1-874b63379694" providerId="ADAL" clId="{EABC0836-2A69-452D-80C6-DB3C673560A3}" dt="2026-02-06T18:59:39.509" v="2" actId="478"/>
          <ac:spMkLst>
            <pc:docMk/>
            <pc:sldMk cId="4238830778" sldId="258"/>
            <ac:spMk id="7" creationId="{00000000-0000-0000-0000-000000000000}"/>
          </ac:spMkLst>
        </pc:spChg>
      </pc:sldChg>
      <pc:sldChg chg="del">
        <pc:chgData name="Sweeney, Scott F." userId="2e44877f-e7d5-466d-9af1-874b63379694" providerId="ADAL" clId="{EABC0836-2A69-452D-80C6-DB3C673560A3}" dt="2026-02-06T18:59:41.732" v="3" actId="47"/>
        <pc:sldMkLst>
          <pc:docMk/>
          <pc:sldMk cId="0" sldId="259"/>
        </pc:sldMkLst>
      </pc:sldChg>
      <pc:sldChg chg="del">
        <pc:chgData name="Sweeney, Scott F." userId="2e44877f-e7d5-466d-9af1-874b63379694" providerId="ADAL" clId="{EABC0836-2A69-452D-80C6-DB3C673560A3}" dt="2026-02-06T18:59:42.466" v="4" actId="47"/>
        <pc:sldMkLst>
          <pc:docMk/>
          <pc:sldMk cId="0" sldId="260"/>
        </pc:sldMkLst>
      </pc:sldChg>
      <pc:sldChg chg="del">
        <pc:chgData name="Sweeney, Scott F." userId="2e44877f-e7d5-466d-9af1-874b63379694" providerId="ADAL" clId="{EABC0836-2A69-452D-80C6-DB3C673560A3}" dt="2026-02-06T18:59:43.019" v="5" actId="47"/>
        <pc:sldMkLst>
          <pc:docMk/>
          <pc:sldMk cId="0" sldId="261"/>
        </pc:sldMkLst>
      </pc:sldChg>
      <pc:sldChg chg="addSp delSp modSp del mod modClrScheme chgLayout">
        <pc:chgData name="Sweeney, Scott F." userId="2e44877f-e7d5-466d-9af1-874b63379694" providerId="ADAL" clId="{EABC0836-2A69-452D-80C6-DB3C673560A3}" dt="2026-02-06T18:59:44.002" v="6" actId="47"/>
        <pc:sldMkLst>
          <pc:docMk/>
          <pc:sldMk cId="3909489109" sldId="262"/>
        </pc:sldMkLst>
        <pc:spChg chg="del mod ord">
          <ac:chgData name="Sweeney, Scott F." userId="2e44877f-e7d5-466d-9af1-874b63379694" providerId="ADAL" clId="{EABC0836-2A69-452D-80C6-DB3C673560A3}" dt="2026-02-06T18:49:08.022" v="0" actId="700"/>
          <ac:spMkLst>
            <pc:docMk/>
            <pc:sldMk cId="3909489109" sldId="262"/>
            <ac:spMk id="2" creationId="{E6FE0B1A-1E25-20E1-7342-F938531C1C2C}"/>
          </ac:spMkLst>
        </pc:spChg>
        <pc:spChg chg="del">
          <ac:chgData name="Sweeney, Scott F." userId="2e44877f-e7d5-466d-9af1-874b63379694" providerId="ADAL" clId="{EABC0836-2A69-452D-80C6-DB3C673560A3}" dt="2026-02-06T18:49:08.022" v="0" actId="700"/>
          <ac:spMkLst>
            <pc:docMk/>
            <pc:sldMk cId="3909489109" sldId="262"/>
            <ac:spMk id="4" creationId="{327A4B31-2F7C-DE1F-E66D-CADE24A1099D}"/>
          </ac:spMkLst>
        </pc:spChg>
        <pc:spChg chg="mod ord">
          <ac:chgData name="Sweeney, Scott F." userId="2e44877f-e7d5-466d-9af1-874b63379694" providerId="ADAL" clId="{EABC0836-2A69-452D-80C6-DB3C673560A3}" dt="2026-02-06T18:49:08.022" v="0" actId="700"/>
          <ac:spMkLst>
            <pc:docMk/>
            <pc:sldMk cId="3909489109" sldId="262"/>
            <ac:spMk id="5" creationId="{C21CBE9D-6C71-60F1-3806-29581F8993EF}"/>
          </ac:spMkLst>
        </pc:spChg>
        <pc:spChg chg="mod ord">
          <ac:chgData name="Sweeney, Scott F." userId="2e44877f-e7d5-466d-9af1-874b63379694" providerId="ADAL" clId="{EABC0836-2A69-452D-80C6-DB3C673560A3}" dt="2026-02-06T18:49:08.022" v="0" actId="700"/>
          <ac:spMkLst>
            <pc:docMk/>
            <pc:sldMk cId="3909489109" sldId="262"/>
            <ac:spMk id="6" creationId="{56E9924B-C636-641C-0583-35937E5C0E62}"/>
          </ac:spMkLst>
        </pc:spChg>
        <pc:spChg chg="add mod ord">
          <ac:chgData name="Sweeney, Scott F." userId="2e44877f-e7d5-466d-9af1-874b63379694" providerId="ADAL" clId="{EABC0836-2A69-452D-80C6-DB3C673560A3}" dt="2026-02-06T18:49:08.022" v="0" actId="700"/>
          <ac:spMkLst>
            <pc:docMk/>
            <pc:sldMk cId="3909489109" sldId="262"/>
            <ac:spMk id="8" creationId="{48A93214-CC10-B585-8591-2A378878E0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DD2D10-3FEC-F54B-B50B-D697183420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5D5D3-3C21-4F45-8B4A-1D939AEA7D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52BB0-1A15-7C48-B3CA-112E4089091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EA9B2-1BA6-014F-ACBE-F9E77B4195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05B2E-E420-144D-B0B7-A2CF11D1E3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171B7-7380-AD4F-8771-5DA7053854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22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4C8631-ED1E-9948-A907-B94A85DD2013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BF975-AA5D-424C-B259-1BB0C7806E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6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No Content)">
    <p:bg>
      <p:bgPr>
        <a:gradFill flip="none" rotWithShape="1">
          <a:gsLst>
            <a:gs pos="0">
              <a:schemeClr val="bg1"/>
            </a:gs>
            <a:gs pos="45000">
              <a:schemeClr val="bg1"/>
            </a:gs>
            <a:gs pos="100000">
              <a:schemeClr val="bg2"/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D351-FB49-4649-BD51-7F2228F8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4298"/>
            <a:ext cx="9753600" cy="3810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43FDEDB6-CE04-F84B-AAD3-991730DCA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553200"/>
            <a:ext cx="304799" cy="304799"/>
          </a:xfrm>
        </p:spPr>
        <p:txBody>
          <a:bodyPr lIns="0" tIns="0" rIns="0" bIns="0"/>
          <a:lstStyle/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D91B50C1-7025-B243-9430-602CDE810AA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4799" y="6553201"/>
            <a:ext cx="7620001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>
                <a:ea typeface="MS PGothic" panose="020B0600070205080204" pitchFamily="34" charset="-128"/>
              </a:rPr>
              <a:t>Proprietary &amp; Confidential |  authoremail@thermofisher.com | 12-July-2024</a:t>
            </a:r>
            <a:endParaRPr 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744">
          <p15:clr>
            <a:srgbClr val="FBAE40"/>
          </p15:clr>
        </p15:guide>
        <p15:guide id="3" pos="39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No Content)">
    <p:bg>
      <p:bgPr>
        <a:gradFill flip="none" rotWithShape="1">
          <a:gsLst>
            <a:gs pos="0">
              <a:schemeClr val="bg1"/>
            </a:gs>
            <a:gs pos="45000">
              <a:schemeClr val="bg1"/>
            </a:gs>
            <a:gs pos="100000">
              <a:schemeClr val="bg2"/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D351-FB49-4649-BD51-7F2228F8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4298"/>
            <a:ext cx="9753600" cy="3810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43FDEDB6-CE04-F84B-AAD3-991730DCA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553200"/>
            <a:ext cx="304799" cy="304799"/>
          </a:xfrm>
        </p:spPr>
        <p:txBody>
          <a:bodyPr lIns="0" tIns="0" rIns="0" bIns="0"/>
          <a:lstStyle/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D91B50C1-7025-B243-9430-602CDE810AA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04799" y="6553201"/>
            <a:ext cx="7620001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>
                <a:ea typeface="MS PGothic" panose="020B0600070205080204" pitchFamily="34" charset="-128"/>
              </a:rPr>
              <a:t>Proprietary &amp; Confidential |  authoremail@thermofisher.com | 12-July-2024</a:t>
            </a:r>
            <a:endParaRPr 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AD3B6B-5BC9-497C-5BBE-D31535ED001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7619913"/>
              </p:ext>
            </p:extLst>
          </p:nvPr>
        </p:nvGraphicFramePr>
        <p:xfrm>
          <a:off x="152400" y="685800"/>
          <a:ext cx="8128001" cy="2225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1275938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996366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3822103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6434745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308295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1858842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01205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23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7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56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58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37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937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744">
          <p15:clr>
            <a:srgbClr val="FBAE40"/>
          </p15:clr>
        </p15:guide>
        <p15:guide id="3" pos="39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45000">
              <a:schemeClr val="bg1"/>
            </a:gs>
            <a:gs pos="100000">
              <a:schemeClr val="bg2"/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304799"/>
            <a:ext cx="9753600" cy="38100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Slide title [28pt Arial Bold]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4DB860-41E2-E04B-ABD0-6BA4D570E7A0}"/>
              </a:ext>
            </a:extLst>
          </p:cNvPr>
          <p:cNvGrpSpPr/>
          <p:nvPr userDrawn="1"/>
        </p:nvGrpSpPr>
        <p:grpSpPr>
          <a:xfrm>
            <a:off x="10295372" y="0"/>
            <a:ext cx="1591826" cy="694426"/>
            <a:chOff x="-20628" y="0"/>
            <a:chExt cx="2488951" cy="1085792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A441B466-B52D-0443-BF86-D267F733A465}"/>
                </a:ext>
              </a:extLst>
            </p:cNvPr>
            <p:cNvSpPr/>
            <p:nvPr userDrawn="1"/>
          </p:nvSpPr>
          <p:spPr bwMode="auto">
            <a:xfrm>
              <a:off x="-20628" y="0"/>
              <a:ext cx="2488951" cy="1085792"/>
            </a:xfrm>
            <a:prstGeom prst="parallelogram">
              <a:avLst>
                <a:gd name="adj" fmla="val 0"/>
              </a:avLst>
            </a:prstGeom>
            <a:solidFill>
              <a:srgbClr val="E7131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>
                  <a:latin typeface="Arial" pitchFamily="124" charset="0"/>
                </a:rPr>
                <a:t>              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E94B44-7208-0848-80E7-7165E7D106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820" y="154984"/>
              <a:ext cx="2178058" cy="756021"/>
            </a:xfrm>
            <a:prstGeom prst="rect">
              <a:avLst/>
            </a:prstGeom>
          </p:spPr>
        </p:pic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B13DE1-DE5F-D844-BE5C-AEBBEC35C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6553200"/>
            <a:ext cx="304799" cy="3047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accent5"/>
                </a:solidFill>
              </a:defRPr>
            </a:lvl1pPr>
          </a:lstStyle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EC55D-6678-BB4B-BDDC-58D10FF57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799" y="6553200"/>
            <a:ext cx="7620001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Proprietary &amp; Confidential |  authoremail@thermofisher.com | 12-July-2024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A9AC8-05E2-9846-9B67-40D61264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876300"/>
            <a:ext cx="11582398" cy="5300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7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2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20700" marR="0" indent="-28575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76000"/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749300" marR="0" indent="-28575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62013" marR="0" indent="-17145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093787" marR="0" indent="-17145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9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4" pos="7488">
          <p15:clr>
            <a:srgbClr val="F26B43"/>
          </p15:clr>
        </p15:guide>
        <p15:guide id="7" pos="5184">
          <p15:clr>
            <a:srgbClr val="F26B43"/>
          </p15:clr>
        </p15:guide>
        <p15:guide id="8" pos="2496">
          <p15:clr>
            <a:srgbClr val="F26B43"/>
          </p15:clr>
        </p15:guide>
        <p15:guide id="9" pos="192">
          <p15:clr>
            <a:srgbClr val="F26B43"/>
          </p15:clr>
        </p15:guide>
        <p15:guide id="10" pos="2688">
          <p15:clr>
            <a:srgbClr val="F26B43"/>
          </p15:clr>
        </p15:guide>
        <p15:guide id="11" orient="horz" pos="4128">
          <p15:clr>
            <a:srgbClr val="F26B43"/>
          </p15:clr>
        </p15:guide>
        <p15:guide id="12" pos="3840">
          <p15:clr>
            <a:srgbClr val="F26B43"/>
          </p15:clr>
        </p15:guide>
        <p15:guide id="13" pos="4992">
          <p15:clr>
            <a:srgbClr val="F26B43"/>
          </p15:clr>
        </p15:guide>
        <p15:guide id="14" orient="horz" pos="432">
          <p15:clr>
            <a:srgbClr val="F26B43"/>
          </p15:clr>
        </p15:guide>
        <p15:guide id="15" orient="horz" pos="552">
          <p15:clr>
            <a:srgbClr val="F26B43"/>
          </p15:clr>
        </p15:guide>
        <p15:guide id="16" orient="horz" pos="792">
          <p15:clr>
            <a:srgbClr val="F26B43"/>
          </p15:clr>
        </p15:guide>
        <p15:guide id="17" orient="horz" pos="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7FAE-E8B3-AD42-82CF-D98D1E4AD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5DD81-6A79-3D1F-9750-E2FC3AED7F5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4797" y="6055756"/>
            <a:ext cx="11582401" cy="48920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3E944-B799-E5AE-BD71-A80A25CD1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06F1E-66CD-4A4B-9370-B4A3080F0E6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D6F31-FCBF-3C2F-A6B9-231730B1838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ea typeface="MS PGothic" panose="020B0600070205080204" pitchFamily="34" charset="-128"/>
              </a:rPr>
              <a:t>Proprietary &amp; Confidential |  authoremail@thermofisher.com | 12-July-2024</a:t>
            </a:r>
            <a:endParaRPr 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883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rmo Fisher">
  <a:themeElements>
    <a:clrScheme name="Thermo Fisher 2020">
      <a:dk1>
        <a:srgbClr val="222222"/>
      </a:dk1>
      <a:lt1>
        <a:srgbClr val="FFFFFF"/>
      </a:lt1>
      <a:dk2>
        <a:srgbClr val="E71315"/>
      </a:dk2>
      <a:lt2>
        <a:srgbClr val="E2E3E3"/>
      </a:lt2>
      <a:accent1>
        <a:srgbClr val="262160"/>
      </a:accent1>
      <a:accent2>
        <a:srgbClr val="9AD3DC"/>
      </a:accent2>
      <a:accent3>
        <a:srgbClr val="F0B234"/>
      </a:accent3>
      <a:accent4>
        <a:srgbClr val="EA7600"/>
      </a:accent4>
      <a:accent5>
        <a:srgbClr val="545859"/>
      </a:accent5>
      <a:accent6>
        <a:srgbClr val="B4BD01"/>
      </a:accent6>
      <a:hlink>
        <a:srgbClr val="00677F"/>
      </a:hlink>
      <a:folHlink>
        <a:srgbClr val="512C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tx2"/>
        </a:solidFill>
        <a:ln w="317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 defTabSz="914400" eaLnBrk="0" fontAlgn="base" hangingPunct="0">
          <a:spcBef>
            <a:spcPct val="0"/>
          </a:spcBef>
          <a:spcAft>
            <a:spcPct val="0"/>
          </a:spcAft>
          <a:defRPr sz="1800" dirty="0">
            <a:latin typeface="Arial" pitchFamily="124" charset="0"/>
          </a:defRPr>
        </a:defPPr>
      </a:lstStyle>
    </a:spDef>
    <a:txDef>
      <a:spPr>
        <a:noFill/>
      </a:spPr>
      <a:bodyPr wrap="square" lIns="0" tIns="0" rIns="0" bIns="0" rtlCol="0">
        <a:normAutofit/>
      </a:bodyPr>
      <a:lstStyle>
        <a:defPPr marL="287338" indent="-287338" algn="l" defTabSz="914400">
          <a:lnSpc>
            <a:spcPct val="120000"/>
          </a:lnSpc>
          <a:spcBef>
            <a:spcPts val="200"/>
          </a:spcBef>
          <a:buClr>
            <a:schemeClr val="tx2"/>
          </a:buClr>
          <a:buSzPct val="100000"/>
          <a:buFont typeface="Arial" panose="020B0604020202020204" pitchFamily="34" charset="0"/>
          <a:buChar char="•"/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CE938E14-4612-4902-8AB8-4708160597E6}" vid="{9C2FDED6-CA4D-4F59-A9E8-3F82E68549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021204422A94FB0834CA4E132320F" ma:contentTypeVersion="13" ma:contentTypeDescription="Create a new document." ma:contentTypeScope="" ma:versionID="8b612c2a8b8a05653e1264a2be68d554">
  <xsd:schema xmlns:xsd="http://www.w3.org/2001/XMLSchema" xmlns:xs="http://www.w3.org/2001/XMLSchema" xmlns:p="http://schemas.microsoft.com/office/2006/metadata/properties" xmlns:ns3="609a266a-2501-408d-b35c-958925d295c9" xmlns:ns4="59ae7a91-9af8-43ea-a906-9d9271ffc804" targetNamespace="http://schemas.microsoft.com/office/2006/metadata/properties" ma:root="true" ma:fieldsID="3c44b74dd0756afa3c0afd52e065b378" ns3:_="" ns4:_="">
    <xsd:import namespace="609a266a-2501-408d-b35c-958925d295c9"/>
    <xsd:import namespace="59ae7a91-9af8-43ea-a906-9d9271ffc80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9a266a-2501-408d-b35c-958925d295c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e7a91-9af8-43ea-a906-9d9271ffc8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B06BEF-B4F7-4884-BC0B-05374E51E93C}">
  <ds:schemaRefs>
    <ds:schemaRef ds:uri="http://purl.org/dc/elements/1.1/"/>
    <ds:schemaRef ds:uri="http://purl.org/dc/terms/"/>
    <ds:schemaRef ds:uri="59ae7a91-9af8-43ea-a906-9d9271ffc804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609a266a-2501-408d-b35c-958925d295c9"/>
  </ds:schemaRefs>
</ds:datastoreItem>
</file>

<file path=customXml/itemProps2.xml><?xml version="1.0" encoding="utf-8"?>
<ds:datastoreItem xmlns:ds="http://schemas.openxmlformats.org/officeDocument/2006/customXml" ds:itemID="{E0465C95-6B1B-470B-AEAB-FC9B134AEF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9a266a-2501-408d-b35c-958925d295c9"/>
    <ds:schemaRef ds:uri="59ae7a91-9af8-43ea-a906-9d9271ffc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8E5FD0-3C89-4917-8A1B-B584DABE15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67d722d-aa8a-4777-a169-ebeb7a6a3b67}" enabled="0" method="" siteId="{b67d722d-aa8a-4777-a169-ebeb7a6a3b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Blank2</Template>
  <TotalTime>14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MS PGothic</vt:lpstr>
      <vt:lpstr>Arial</vt:lpstr>
      <vt:lpstr>Calibri</vt:lpstr>
      <vt:lpstr>Thermo Fisher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Sweeney, Scott F.</dc:creator>
  <cp:lastModifiedBy>Sweeney, Scott F.</cp:lastModifiedBy>
  <cp:revision>2</cp:revision>
  <dcterms:created xsi:type="dcterms:W3CDTF">2026-02-06T18:08:15Z</dcterms:created>
  <dcterms:modified xsi:type="dcterms:W3CDTF">2026-02-06T18:59:52Z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0x01010064F021204422A94FB0834CA4E132320F</vt:lpwstr>
  </property>
</Properties>
</file>